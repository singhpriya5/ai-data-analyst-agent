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Analysis and Insights**</a:t>
            </a:r>
          </a:p>
          <a:p/>
          <a:p>
            <a:r>
              <a:t>After analyzing the provided dataset, I've identified some key insights and trends that can help inform data-driven decisions.</a:t>
            </a:r>
          </a:p>
          <a:p/>
          <a:p>
            <a:r>
              <a:t>**Summary Statistics:**</a:t>
            </a:r>
          </a:p>
          <a:p/>
          <a:p>
            <a:r>
              <a:t>* The dataset consists of 1000 observations across eight columns.</a:t>
            </a:r>
          </a:p>
          <a:p>
            <a:r>
              <a:t>* The mean scores for math, reading, and writing are 66.09, 69.17, and 68.05, respectively.</a:t>
            </a:r>
          </a:p>
          <a:p>
            <a:r>
              <a:t>* Standard deviations are relatively high at 15.16, 14.60, and 15.20, indicating that the data points are spread out across a range of values.</a:t>
            </a:r>
          </a:p>
          <a:p/>
          <a:p>
            <a:r>
              <a:t>**Distribution:**</a:t>
            </a:r>
          </a:p>
          <a:p/>
          <a:p>
            <a:r>
              <a:t>* The distribution of scores is skewed to the right, with most observations falling within the top quartile (75th percentile).</a:t>
            </a:r>
          </a:p>
          <a:p>
            <a:r>
              <a:t>* There's a significant gap between the highest and lowest score values, with the highest score being 100 and the lowest being 0.</a:t>
            </a:r>
          </a:p>
          <a:p>
            <a:r>
              <a:t>* Reading and writing scores are more evenly distributed around the mean, while math scores tend to be concentrated at the higher end of the scale.</a:t>
            </a:r>
          </a:p>
          <a:p/>
          <a:p>
            <a:r>
              <a:t>**Trends:**</a:t>
            </a:r>
          </a:p>
          <a:p/>
          <a:p>
            <a:r>
              <a:t>* The data suggests that students who received a higher level of parental education tend to perform better in reading (75th percentile score is above 70) and writing (65th percentile score is below 60).</a:t>
            </a:r>
          </a:p>
          <a:p>
            <a:r>
              <a:t>* Students from diverse racial/ethnic backgrounds, particularly those with high scores in math and reading, appear to be more likely to have parents with higher levels of education.</a:t>
            </a:r>
          </a:p>
          <a:p>
            <a:r>
              <a:t>* The presence of extreme values (0 for math and reading, and 100 for writing) may indicate outliers or anomalies that require further investigation.</a:t>
            </a:r>
          </a:p>
          <a:p/>
          <a:p>
            <a:r>
              <a:t>**Key Insights:**</a:t>
            </a:r>
          </a:p>
          <a:p/>
          <a:p>
            <a:r>
              <a:t>1. **Parental Education and Student Performance:** Higher parental education is associated with better performance in math, reading, and writing, suggesting a positive relationship between family background and educational attainment.</a:t>
            </a:r>
          </a:p>
          <a:p>
            <a:r>
              <a:t>2. **Racial/Ethnic Diversity:** Students from diverse racial/ethnic backgrounds tend to perform well on tests that measure these skills.</a:t>
            </a:r>
          </a:p>
          <a:p>
            <a:r>
              <a:t>3. **Extremely High Scores:** There are two exceptionally high scores (100 for math and 100 for reading), which may indicate outliers or anomalies that require further investigation.</a:t>
            </a:r>
          </a:p>
          <a:p/>
          <a:p>
            <a:r>
              <a:t>**Recommendations:**</a:t>
            </a:r>
          </a:p>
          <a:p/>
          <a:p>
            <a:r>
              <a:t>1. **Targeted interventions:** Consider implementing targeted programs aimed at improving math, reading, and writing skills among students with higher parental education levels.</a:t>
            </a:r>
          </a:p>
          <a:p>
            <a:r>
              <a:t>2. **Inclusive and diverse instructional materials:** Develop curricula and instructional materials that cater to the diverse needs of students from various racial/ethnic backgrounds.</a:t>
            </a:r>
          </a:p>
          <a:p>
            <a:r>
              <a:t>3. **Early warning systems:** Establish early warning systems to identify students who may be at risk of falling behind in math, reading, or writing, allowing for targeted support and interventions.</a:t>
            </a:r>
          </a:p>
          <a:p/>
          <a:p>
            <a:r>
              <a:t>These insights can inform data-driven decisions regarding educational policy, program development, and instructional strategies aimed at improving student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