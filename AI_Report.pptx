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Data Analyst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Analysis Report**</a:t>
            </a:r>
          </a:p>
          <a:p/>
          <a:p>
            <a:r>
              <a:t>**Dataset Summary:**</a:t>
            </a:r>
          </a:p>
          <a:p/>
          <a:p>
            <a:r>
              <a:t>The provided dataset consists of 1000 observations, each representing a student's performance in three different subjects (math, reading, and writing). The dataset includes the following columns: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`gender`: a categorical variable indicating the student's gender.</a:t>
            </a:r>
          </a:p>
          <a:p>
            <a:r>
              <a:t>*   `race/ethnicity`: a categorical variable indicating the student's racial or ethnic background.</a:t>
            </a:r>
          </a:p>
          <a:p>
            <a:r>
              <a:t>*   `parental level of education`: a numerical variable representing the parental level of education (on a scale from 1 to 4).</a:t>
            </a:r>
          </a:p>
          <a:p>
            <a:r>
              <a:t>*   `lunch`: a binary variable indicating whether the student received lunch (0 = no, 1 = yes) 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Use the data to inform teacher instruction and provide personalized feedback to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